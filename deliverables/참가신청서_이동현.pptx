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ng9733/Documents/GitHub/forest-mate/assets/app_trail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9646920" y="1234440"/>
            <a:ext cx="2109399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62672" y="804672"/>
            <a:ext cx="2617107" cy="5522976"/>
          </a:xfrm>
          <a:prstGeom prst="roundRect">
            <a:avLst>
              <a:gd name="adj" fmla="val 6289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4" name="Image 1" descr="/Users/dong9733/Documents/GitHub/forest-mate/assets/app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868680"/>
            <a:ext cx="2489091" cy="5394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868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「2026년 산림 공공데이터·AI 활용 창업경진대회」  제품 및 서비스 개발 부문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21792" y="16002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685800" y="3063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ForestMate — 산림 공공데이터·AI 기반 국민 산행 안전 플랫폼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3703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추천 → 위험 경고 → 조난 자동 감지 → 관제 대응,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산행의 전 과정을 하나의 데이터 파이프라인으로 지킵니다.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85800" y="484632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4835347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공공데이터 10종 융합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63240" y="48463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3063240" y="4835347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5종 탑재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37760" y="48463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4937760" y="4835347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iOS·Android·웹 동시 지원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이동현</a:t>
            </a:r>
            <a:pPr indent="0" marL="0">
              <a:buNone/>
            </a:pPr>
            <a:r>
              <a:rPr lang="en-US" sz="1300" dirty="0">
                <a:solidFill>
                  <a:srgbClr val="9DBF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2026. 6.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해마다 1만 건 — 산에서 골든타임이 사라지고 있습니다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749040" cy="4297680"/>
          </a:xfrm>
          <a:prstGeom prst="roundRect">
            <a:avLst>
              <a:gd name="adj" fmla="val 2195"/>
            </a:avLst>
          </a:prstGeom>
          <a:solidFill>
            <a:srgbClr val="F2F7F1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38528"/>
            <a:ext cx="603504" cy="603504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" y="2101474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산악사고 구조활동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10,443</a:t>
            </a:r>
            <a:pPr indent="0" marL="0">
              <a:buNone/>
            </a:pPr>
            <a:r>
              <a:rPr lang="en-US" sz="20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건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68680" y="4041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3년 누계 31,330건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325명 · 부상 6,348명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50749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063947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1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인명피해 11~15시 낮 시간 집중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26280" y="1627632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인명피해의 주말 집중</a:t>
            </a:r>
            <a:endParaRPr lang="en-US" sz="1400" dirty="0"/>
          </a:p>
        </p:txBody>
      </p:sp>
      <p:pic>
        <p:nvPicPr>
          <p:cNvPr id="16" name="Image 1" descr="/Users/dong9733/Documents/GitHub/forest-mate/assets/donut_wee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331720"/>
            <a:ext cx="2542032" cy="22753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5166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등산객이 몰리는 주말, 구조 수요도 함께 폭증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75320" y="1627632"/>
            <a:ext cx="3383280" cy="42976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50392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3년 인명피해 합계</a:t>
            </a:r>
            <a:endParaRPr lang="en-US" sz="1400" dirty="0"/>
          </a:p>
        </p:txBody>
      </p:sp>
      <p:pic>
        <p:nvPicPr>
          <p:cNvPr id="20" name="Image 2" descr="/Users/dong9733/Documents/GitHub/forest-mate/assets/bar_casual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23160"/>
            <a:ext cx="2907792" cy="20646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41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‘신고조차 못 하는 조난’이 가장 치명적 — 실신·추락 시 골든타임은 신고 없이 흘러갑니다.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6928" y="60533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구조활동 통계(2022–2024), 정책브리핑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산을 찾는 세대가, 가장 위험합니다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GitHub/forest-mate/assets/chart_pop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93392"/>
            <a:ext cx="6254496" cy="2995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627632"/>
            <a:ext cx="4187952" cy="1325880"/>
          </a:xfrm>
          <a:prstGeom prst="roundRect">
            <a:avLst>
              <a:gd name="adj" fmla="val 6207"/>
            </a:avLst>
          </a:prstGeom>
          <a:solidFill>
            <a:srgbClr val="F2F7F1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0" y="2011680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093" y="21598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0" y="179222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78%, 3,229만 명이 월 1회 이상 산행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412480" y="234086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 야외활동 압도적 1위 — 그러나 안전 서비스는 공백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452360" y="3118104"/>
            <a:ext cx="41879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680960" y="3502152"/>
            <a:ext cx="548640" cy="548640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093" y="365028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28269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등산 앱은 ‘기록·자랑’ 중심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12480" y="383133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사고를 막는 기능은 수동 신고 버튼 수준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52360" y="4608576"/>
            <a:ext cx="4187952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80960" y="4992624"/>
            <a:ext cx="548640" cy="54864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93" y="5140757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47731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 데이터는 기관 사이트에 분산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412480" y="53218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산불위험예보·산사태지도·산악기상 — 국민이 체감 못 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— 산행의 전 과정을 지키는 AI 안전 플랫폼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03120"/>
            <a:ext cx="713232" cy="71323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245" y="2295693"/>
            <a:ext cx="328087" cy="328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— 예방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맞춤 코스 추천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4672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체력·위험지수·혼잡 반영, 오늘 갈 만한 안전한 산을 한 화면에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46120" y="3063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506724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62756" y="2103120"/>
            <a:ext cx="713232" cy="71323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29" y="2295693"/>
            <a:ext cx="328087" cy="3280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62756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— 감시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62756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위험 경고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3762756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산사태·낙석·기상 급변 구간 300m 전 푸시 경고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04204" y="3063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464808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20840" y="2103120"/>
            <a:ext cx="713232" cy="713232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413" y="2295693"/>
            <a:ext cx="328087" cy="3280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— 대응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20840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조난 자동 감지·SOS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6720840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이동·심박 이상 감지 → 보호자·119 자동 전파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9162288" y="3063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422892" y="178308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678924" y="2103120"/>
            <a:ext cx="713232" cy="713232"/>
          </a:xfrm>
          <a:prstGeom prst="ellipse">
            <a:avLst/>
          </a:prstGeom>
          <a:solidFill>
            <a:srgbClr val="E0EAF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497" y="2295693"/>
            <a:ext cx="328087" cy="32808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78924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— 관제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678924" y="331012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B2G 대시보드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9678924" y="3785616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지자체·소방 실시간 관제로 구조 골든타임 단축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534924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B4332"/>
          </a:solidFill>
          <a:ln/>
        </p:spPr>
      </p:sp>
      <p:sp>
        <p:nvSpPr>
          <p:cNvPr id="34" name="Text 28"/>
          <p:cNvSpPr/>
          <p:nvPr/>
        </p:nvSpPr>
        <p:spPr>
          <a:xfrm>
            <a:off x="822960" y="534924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공공데이터 10종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×  </a:t>
            </a:r>
            <a:pPr indent="0" marL="0">
              <a:buNone/>
            </a:pPr>
            <a:r>
              <a:rPr lang="en-US" sz="155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5종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‘사후 신고’에서 ‘사전 감지’로 패러다임을 바꿉니다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기능이 산림 공공데이터 위에서 동작합니다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등산로 공간정보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 · 공공데이터포털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DB·이탈 감지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16352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17520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9544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99232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9232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국립산림과학원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9232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산행지수·입산통제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84064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5232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5477256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66944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산악기상관측망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66944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국립산림과학원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6944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고지대 실측 기상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51776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52944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6" name="Text 24"/>
          <p:cNvSpPr/>
          <p:nvPr/>
        </p:nvSpPr>
        <p:spPr>
          <a:xfrm>
            <a:off x="7744968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34656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 위험지도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34656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34656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위험구간 경고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19488" y="1783080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20656" y="1947672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2" name="Text 30"/>
          <p:cNvSpPr/>
          <p:nvPr/>
        </p:nvSpPr>
        <p:spPr>
          <a:xfrm>
            <a:off x="10012680" y="18745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802368" y="214884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국가생물종지식정보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802368" y="26243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국립수목원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02368" y="2880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독버섯·식물 AI 학습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3575304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8" name="Text 36"/>
          <p:cNvSpPr/>
          <p:nvPr/>
        </p:nvSpPr>
        <p:spPr>
          <a:xfrm>
            <a:off x="941832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휴양림·치유의숲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한국산림복지진흥원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치유 프로그램 연계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816352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017520" y="3575304"/>
            <a:ext cx="118872" cy="118872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44" name="Text 42"/>
          <p:cNvSpPr/>
          <p:nvPr/>
        </p:nvSpPr>
        <p:spPr>
          <a:xfrm>
            <a:off x="3209544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데이터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999232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 방문 빅데이터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999232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산림빅데이터 거래소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99232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혼잡도·수요예측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84064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285232" y="3575304"/>
            <a:ext cx="118872" cy="11887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0" name="Text 48"/>
          <p:cNvSpPr/>
          <p:nvPr/>
        </p:nvSpPr>
        <p:spPr>
          <a:xfrm>
            <a:off x="5477256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7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융복합(타 분야)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266944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산악사고 구조현황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66944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66944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다발구간 학습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51776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552944" y="3575304"/>
            <a:ext cx="118872" cy="11887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56" name="Text 54"/>
          <p:cNvSpPr/>
          <p:nvPr/>
        </p:nvSpPr>
        <p:spPr>
          <a:xfrm>
            <a:off x="7744968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7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융복합(타 분야)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534656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국가지점번호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534656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534656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위치 표준 전달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19488" y="3410712"/>
            <a:ext cx="2084832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820656" y="3575304"/>
            <a:ext cx="118872" cy="118872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62" name="Text 60"/>
          <p:cNvSpPr/>
          <p:nvPr/>
        </p:nvSpPr>
        <p:spPr>
          <a:xfrm>
            <a:off x="10012680" y="350215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57B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융복합(타 분야)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802368" y="3776472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단기예보 API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802368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802368" y="450799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강수·일몰 알림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7F1"/>
          </a:solidFill>
          <a:ln w="9525">
            <a:solidFill>
              <a:srgbClr val="D7E3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5285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융합 스코어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산사태등급 × 산악기상 실측 × 사고이력 × 강우예보를 100m 구간마다 결합 — 단순 조회가 아닌 교차 도메인 융합이 핵심 자산입니다. 익명 산행 통계는 기관에 환류(양방향).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01 — 예방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산행지수, 네 가지 공공데이터가 한 점수로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238305" y="1627632"/>
            <a:ext cx="2237415" cy="4700016"/>
          </a:xfrm>
          <a:prstGeom prst="roundRect">
            <a:avLst>
              <a:gd name="adj" fmla="val 735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GitHub/forest-mate/assets/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313" y="1691640"/>
            <a:ext cx="2109399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653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00363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7592" y="1828800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산행지수 0~100점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07592" y="2194560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 + 산사태등급 + 산악기상 실측 + 일몰시각을 융합한 오늘의 ‘갈까 말까’ 단일 지표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29443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0826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2907792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맞춤 코스 추천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07592" y="3273552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체력 프로파일·무릎 부상 이력·혼잡 예측까지 반영한 개인화 추천 (매칭률 표시)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4360" y="402336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41616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07592" y="3986784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브리핑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07592" y="4352544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사고 통계 학습 — ‘주말 11~15시 집중’ 같은 행동 가이드를 선제 제공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594360" y="5164531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산불위험예보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176272" y="517550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3" name="Text 17"/>
          <p:cNvSpPr/>
          <p:nvPr/>
        </p:nvSpPr>
        <p:spPr>
          <a:xfrm>
            <a:off x="2176272" y="5164531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산악기상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38144" y="517550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3438144" y="5164531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산사태지도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837176" y="5175504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7" name="Text 21"/>
          <p:cNvSpPr/>
          <p:nvPr/>
        </p:nvSpPr>
        <p:spPr>
          <a:xfrm>
            <a:off x="4837176" y="5164531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예보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02 — 감시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위험구간 300m 앞, 앱이 먼저 알아챕니다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2237415" cy="4700016"/>
          </a:xfrm>
          <a:prstGeom prst="roundRect">
            <a:avLst>
              <a:gd name="adj" fmla="val 735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GitHub/forest-mate/assets/app_t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109399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9559" y="18653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816" y="200363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02791" y="1828800"/>
            <a:ext cx="75375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등산로 위 실시간 내비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102791" y="2194560"/>
            <a:ext cx="75375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 등산로 공간정보 기반 — 코스 이탈 시 즉시 알림, 오프라인 지도 기본 탑재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89559" y="29443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16" y="30826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02791" y="2907792"/>
            <a:ext cx="75375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위험도 실시간 경고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102791" y="3273552"/>
            <a:ext cx="75375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산사태 1등급 + 최근 강우 + 사고 이력 구간 접근 시 푸시·우회로 안내 (수락률 91% 목표)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89559" y="402336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816" y="41616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02791" y="3986784"/>
            <a:ext cx="75375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국가지점번호 상시 표시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4102791" y="4352544"/>
            <a:ext cx="75375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 위치 표준을 화면에 상시 노출 — 신고 시 그대로 불러주면 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389559" y="517550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3389559" y="5164531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일몰 카운트다운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108631" y="51755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3" name="Text 17"/>
          <p:cNvSpPr/>
          <p:nvPr/>
        </p:nvSpPr>
        <p:spPr>
          <a:xfrm>
            <a:off x="5108631" y="5164531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위치 공유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690543" y="517550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6690543" y="5164531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음영지역 대응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03 — AI 동무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독버섯을 먹기 전에, AI가 먼저 말립니다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238305" y="1627632"/>
            <a:ext cx="2237415" cy="4700016"/>
          </a:xfrm>
          <a:prstGeom prst="roundRect">
            <a:avLst>
              <a:gd name="adj" fmla="val 735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GitHub/forest-mate/assets/app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313" y="1691640"/>
            <a:ext cx="2109399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653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2003633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07592" y="1828800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AI ‘숲이’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07592" y="2194560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장으로 식물·버섯 판별 — 개나리광대버섯(맹독성) 87% 같은 즉각 경고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4360" y="29443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308262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7592" y="2907792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1차 판별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07592" y="3273552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국립수목원 도감 데이터로 학습한 경량 모델을 단말 탑재 — 통신이 끊겨도 동작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4360" y="402336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17" y="41616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07592" y="3986784"/>
            <a:ext cx="73089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언어 RAG 해설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07592" y="4352544"/>
            <a:ext cx="7308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 공공 지식베이스 근거 답변(한·영·중·일) — K-하이킹 인바운드 관광 안전망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94360" y="517550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594360" y="5164531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국가생물종지식정보 학습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862072" y="5175504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3" name="Text 17"/>
          <p:cNvSpPr/>
          <p:nvPr/>
        </p:nvSpPr>
        <p:spPr>
          <a:xfrm>
            <a:off x="2862072" y="5164531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억제 RAG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9704" y="517550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5" name="Text 19"/>
          <p:cNvSpPr/>
          <p:nvPr/>
        </p:nvSpPr>
        <p:spPr>
          <a:xfrm>
            <a:off x="4489704" y="5164531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대화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04 — 대응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신고할 수 없는 순간, 시스템이 먼저 움직입니다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2216321" cy="4654296"/>
          </a:xfrm>
          <a:prstGeom prst="roundRect">
            <a:avLst>
              <a:gd name="adj" fmla="val 7426"/>
            </a:avLst>
          </a:prstGeom>
          <a:solidFill>
            <a:srgbClr val="0E1F15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GitHub/forest-mate/assets/app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64208"/>
            <a:ext cx="2088305" cy="4526280"/>
          </a:xfrm>
          <a:prstGeom prst="rect">
            <a:avLst/>
          </a:prstGeom>
        </p:spPr>
      </p:pic>
      <p:pic>
        <p:nvPicPr>
          <p:cNvPr id="8" name="Image 1" descr="/Users/dong9733/Documents/GitHub/forest-mate/assets/diagram_gold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745" y="1783080"/>
            <a:ext cx="8138160" cy="23092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22745" y="4320916"/>
            <a:ext cx="2596896" cy="1783080"/>
          </a:xfrm>
          <a:prstGeom prst="roundRect">
            <a:avLst>
              <a:gd name="adj" fmla="val 4615"/>
            </a:avLst>
          </a:prstGeom>
          <a:solidFill>
            <a:srgbClr val="FDECEC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523913" y="44855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조난 감지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523913" y="485126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멈춤 30분 + 심박 이상 → AI가 조난 의심 스코어 산출, 사용자 무응답 시 자동 전파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84233" y="4320916"/>
            <a:ext cx="25968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85401" y="44855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원터치 SOS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285401" y="485126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길게 누르면 국가지점번호·GPS·최근접 구조거점이 119 메시지로 자동 구성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845721" y="4320916"/>
            <a:ext cx="259689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46889" y="44855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LTE 음영 대응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9046889" y="485126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불가 시 SMS 폴백 + 마지막 위치 보호자 공유 — 수색 범위 최소화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WEARABLE — 워치(Wear OS)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휴대폰을 꺼내지 않아도, 손목에서 안전이 작동합니다</a:t>
            </a:r>
            <a:endParaRPr lang="en-US" sz="2700" dirty="0"/>
          </a:p>
        </p:txBody>
      </p:sp>
      <p:pic>
        <p:nvPicPr>
          <p:cNvPr id="6" name="Image 0" descr="/Users/dong9733/Documents/GitHub/forest-mate/assets/app_w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3180328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43368" y="1865376"/>
            <a:ext cx="530352" cy="53035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63" y="2008571"/>
            <a:ext cx="243962" cy="2439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74888" y="1828800"/>
            <a:ext cx="626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심박 연동 조난 자동감지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374888" y="2212848"/>
            <a:ext cx="6265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정지 + 심박 이상을 결합 — 실신·추락 등 자력 신고가 불가능한 상황을 손목에서 먼저 감지해 보호자·119로 전파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43368" y="3008376"/>
            <a:ext cx="530352" cy="53035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563" y="3151571"/>
            <a:ext cx="243962" cy="2439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74888" y="2971800"/>
            <a:ext cx="626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원터치 SOS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374888" y="3355848"/>
            <a:ext cx="6265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휴대폰을 꺼내기 어려운 순간에도 워치에서 바로 구조 신호 · 기기 분리 시 6자리 백업 코드로 산행 기록과 즉시 연결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43368" y="4151376"/>
            <a:ext cx="530352" cy="53035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563" y="4294571"/>
            <a:ext cx="243962" cy="2439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74888" y="4114800"/>
            <a:ext cx="626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수집·일괄 전송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374888" y="4498848"/>
            <a:ext cx="62654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Wear OS 네이티브(Kotlin) — 통신 음영지역에서도 심박·고도·배터리를 수집해 복귀 시 자동 전송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43368" y="5285232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0" name="Text 14"/>
          <p:cNvSpPr/>
          <p:nvPr/>
        </p:nvSpPr>
        <p:spPr>
          <a:xfrm>
            <a:off x="4643368" y="5274259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Galaxy Watch · Wear OS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865360" y="5285232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2" name="Text 16"/>
          <p:cNvSpPr/>
          <p:nvPr/>
        </p:nvSpPr>
        <p:spPr>
          <a:xfrm>
            <a:off x="6865360" y="5274259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등고선 워치페이스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675872" y="528523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/>
        </p:spPr>
      </p:sp>
      <p:sp>
        <p:nvSpPr>
          <p:cNvPr id="24" name="Text 18"/>
          <p:cNvSpPr/>
          <p:nvPr/>
        </p:nvSpPr>
        <p:spPr>
          <a:xfrm>
            <a:off x="8675872" y="5274259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산행지수·코스·심박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643368" y="5806440"/>
            <a:ext cx="6996944" cy="82296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6" name="Text 20"/>
          <p:cNvSpPr/>
          <p:nvPr/>
        </p:nvSpPr>
        <p:spPr>
          <a:xfrm>
            <a:off x="4871968" y="5806440"/>
            <a:ext cx="653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· 워치 · 웹 · 관제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하나의 안전 데이터 파이프라인으로 연결됩니다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05 — 관제 (B2G)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지자체·소방이 같은 화면을 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7178040" cy="4721352"/>
          </a:xfrm>
          <a:prstGeom prst="roundRect">
            <a:avLst>
              <a:gd name="adj" fmla="val 1549"/>
            </a:avLst>
          </a:prstGeom>
          <a:solidFill>
            <a:srgbClr val="0E1A13"/>
          </a:solidFill>
          <a:ln/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7" name="Image 0" descr="/Users/dong9733/Documents/GitHub/forest-mate/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7086600" cy="4629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828800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257" y="196705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77656" y="1801368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산행자 분포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77656" y="2157984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익명화(k≥50) 히트맵 — 혼잡·위험 구역 즉시 식별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01000" y="3035808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257" y="3174065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77656" y="3008376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SOS·조난의심 사건 추적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677656" y="3364992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구조거점 매칭, 헬기·구조대 동선 한 화면 관제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01000" y="424281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257" y="4381073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77656" y="4215384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수요예측 리포트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677656" y="457200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입산 예측 — 안전요원·시설 배치 근거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01000" y="5495544"/>
            <a:ext cx="3611880" cy="96012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/>
        </p:spPr>
      </p:sp>
      <p:sp>
        <p:nvSpPr>
          <p:cNvPr id="21" name="Text 15"/>
          <p:cNvSpPr/>
          <p:nvPr/>
        </p:nvSpPr>
        <p:spPr>
          <a:xfrm>
            <a:off x="8202168" y="54955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도달시간 33분 → 23분</a:t>
            </a:r>
            <a:endParaRPr lang="en-US" sz="1350" dirty="0"/>
          </a:p>
          <a:p>
            <a:pPr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특정 자동화로 30% 단축 (시뮬레이션 목표)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스택 위의 AI 5종 엔진</a:t>
            </a:r>
            <a:endParaRPr lang="en-US" sz="2700" dirty="0"/>
          </a:p>
        </p:txBody>
      </p:sp>
      <p:pic>
        <p:nvPicPr>
          <p:cNvPr id="6" name="Image 0" descr="/Users/dong9733/Documents/GitHub/forest-mate/assets/diagra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315200" cy="38061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783080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0184" y="1938528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97112" y="1874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 추천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97112" y="2167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필터링 + 체력 프로파일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183880" y="2624328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0184" y="2779776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97112" y="2715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조난위험 예측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897112" y="3008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이상탐지 (LSTM-AE)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83880" y="3465576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0184" y="3621024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97112" y="35570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융합 스코어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897112" y="3849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XGBoost — 구간별 0~100점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183880" y="4306824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30184" y="4462272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97112" y="4398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식물·독버섯 판별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897112" y="4690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EfficientNet 경량화·온디바이스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83880" y="5148072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30184" y="5303520"/>
            <a:ext cx="420624" cy="420624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897112" y="5239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숲해설 LLM ‘숲이’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897112" y="5532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sLLM + RAG·4개 언어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Flutter(iOS·Android 단일 코드)  ·  React 관제 웹  ·  FastAPI  ·  PostGIS  ·  Airflow ETL  ·  AWS EKS  ·  TFLite 온디바이스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‘운동 기록 앱’과는 출발점이 다릅니다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48840"/>
                <a:gridCol w="2148840"/>
                <a:gridCol w="2377440"/>
                <a:gridCol w="2404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트랭글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램블러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국립공원공단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숲길동무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2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가치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기록·배지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 트랙·커뮤니티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공원 정보 안내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산행 전 과정 안전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 활용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등산로 일부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 위주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정보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10종 실시간 융합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경고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통제구간 공지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위험도 푸시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조난 대응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신고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자동 감지·전파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관제(B2G)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지자체·소방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2B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추천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A8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 엔진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독창성 한 줄 — </a:t>
            </a:r>
            <a:pPr indent="0" marL="0">
              <a:buNone/>
            </a:pPr>
            <a:r>
              <a:rPr lang="en-US" sz="130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예방→감시→대응→관제를 하나의 공공데이터 파이프라인으로 잇는 국내 유일 ‘안전 풀체인’. 조난을 ‘신고받는’ 것이 아니라 ‘감지하는’ 첫 서비스.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안전은 공공의 가치이자, 지불 의사가 있는 시장입니다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04825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167" y="2201327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274320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B2C 프리미엄 구독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8096" y="31089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4,900원 — 오프라인 지도·가족 안심 확대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2736" y="204825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807" y="2201327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274320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안심보험 제휴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02736" y="31089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건당 990원~ 인앱 판매, 수수료 15%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4059936"/>
            <a:ext cx="566928" cy="566928"/>
          </a:xfrm>
          <a:prstGeom prst="ellipse">
            <a:avLst/>
          </a:prstGeom>
          <a:solidFill>
            <a:srgbClr val="E0EA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67" y="421300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68096" y="47548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B2G 관제 SaaS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68096" y="512064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기관당 연 3~8천만 원 라이선스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383280" y="3840480"/>
            <a:ext cx="267004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02736" y="4059936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807" y="4213007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02736" y="47548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제휴·커머스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3602736" y="512064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휴양림 예약 5~10% · 브랜드 제휴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400800" y="1783080"/>
            <a:ext cx="52395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pic>
        <p:nvPicPr>
          <p:cNvPr id="27" name="Image 4" descr="/Users/dong9733/Documents/GitHub/forest-mate/assets/chart_reven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011680"/>
            <a:ext cx="4800600" cy="220392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675120" y="4617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/>
        </p:spPr>
      </p:sp>
      <p:sp>
        <p:nvSpPr>
          <p:cNvPr id="29" name="Text 22"/>
          <p:cNvSpPr/>
          <p:nvPr/>
        </p:nvSpPr>
        <p:spPr>
          <a:xfrm>
            <a:off x="6675120" y="4606747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4억 → 18.5억 → 50억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9281160" y="46177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1" name="Text 24"/>
          <p:cNvSpPr/>
          <p:nvPr/>
        </p:nvSpPr>
        <p:spPr>
          <a:xfrm>
            <a:off x="9281160" y="4606747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8만 → 35만 → 90만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675120" y="5138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가정: 유료 전환율 4→6%, B2G 2→10개 기관 · 자체 추정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SOCIAL IMPACT &amp; 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약속하는 사회적 가치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29968"/>
            <a:ext cx="640080" cy="640080"/>
          </a:xfrm>
          <a:prstGeom prst="ellipse">
            <a:avLst/>
          </a:prstGeom>
          <a:solidFill>
            <a:srgbClr val="FFF3E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2202790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30% 단축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54480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도달 33분 → 23분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17556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2029968"/>
            <a:ext cx="640080" cy="64008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58" y="2202790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위험구간 사전 회피 90%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321808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수신자 우회 (시범 목표)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83296" y="17556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AE4"/>
            </a:solidFill>
            <a:prstDash val="solid"/>
          </a:ln>
          <a:effectLst>
            <a:outerShdw sx="100000" sy="100000" kx="0" ky="0" algn="bl" rotWithShape="0" blurRad="127000" dist="38100" dir="8100000">
              <a:srgbClr val="1B433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84464" y="2029968"/>
            <a:ext cx="640080" cy="640080"/>
          </a:xfrm>
          <a:prstGeom prst="ellipse">
            <a:avLst/>
          </a:prstGeom>
          <a:solidFill>
            <a:srgbClr val="FFF3E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286" y="2202790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9136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안심 20만 가구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9089136" y="23225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60대+ 산행 1위 세대 보호</a:t>
            </a:r>
            <a:endParaRPr lang="en-US" sz="1050" dirty="0"/>
          </a:p>
        </p:txBody>
      </p:sp>
      <p:pic>
        <p:nvPicPr>
          <p:cNvPr id="21" name="Image 3" descr="/Users/dong9733/Documents/GitHub/forest-mate/assets/road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7315200" cy="2753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3880" y="34290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산림복지 — 치유의숲·휴양림 연계로 접근성 확대</a:t>
            </a:r>
            <a:endParaRPr lang="en-US" sz="11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지역경제 — 혼잡 분산 추천이 지방 명산·산촌 관광 수요 창출</a:t>
            </a:r>
            <a:endParaRPr lang="en-US" sz="11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환류 — 익명 통계를 숲길 정비·안전시설 투자 근거로 제공</a:t>
            </a:r>
            <a:endParaRPr lang="en-US" sz="1150" dirty="0"/>
          </a:p>
          <a:p>
            <a:pPr marL="152400" indent="-1524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D2B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 효율 — 불필요 출동 감소, 119 자원 최적 운용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 ForestMate — 2026 산림 공공데이터·AI 활용 창업경진대회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넘어,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생명을 지키는 산행 데이터로.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숲길동무는 산림 공공데이터가 국민의 생명과 만나는 가장 짧은 길입니다.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7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보신 모든 화면은 실제 구동 중인 프로토타입입니다 — 현장 시연으로 증명하겠습니다.</a:t>
            </a:r>
            <a:endParaRPr lang="en-US" sz="1500" dirty="0"/>
          </a:p>
        </p:txBody>
      </p:sp>
      <p:pic>
        <p:nvPicPr>
          <p:cNvPr id="7" name="Image 0" descr="/Users/dong9733/Documents/GitHub/forest-mate/assets/app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24528"/>
            <a:ext cx="928136" cy="2011680"/>
          </a:xfrm>
          <a:prstGeom prst="rect">
            <a:avLst/>
          </a:prstGeom>
        </p:spPr>
      </p:pic>
      <p:pic>
        <p:nvPicPr>
          <p:cNvPr id="8" name="Image 1" descr="/Users/dong9733/Documents/GitHub/forest-mate/assets/app_tr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24" y="4224528"/>
            <a:ext cx="928136" cy="2011680"/>
          </a:xfrm>
          <a:prstGeom prst="rect">
            <a:avLst/>
          </a:prstGeom>
        </p:spPr>
      </p:pic>
      <p:pic>
        <p:nvPicPr>
          <p:cNvPr id="9" name="Image 2" descr="/Users/dong9733/Documents/GitHub/forest-mate/assets/app_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67" y="4224528"/>
            <a:ext cx="928136" cy="2011680"/>
          </a:xfrm>
          <a:prstGeom prst="rect">
            <a:avLst/>
          </a:prstGeom>
        </p:spPr>
      </p:pic>
      <p:pic>
        <p:nvPicPr>
          <p:cNvPr id="10" name="Image 3" descr="/Users/dong9733/Documents/GitHub/forest-mate/assets/app_s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911" y="4224528"/>
            <a:ext cx="928136" cy="2011680"/>
          </a:xfrm>
          <a:prstGeom prst="rect">
            <a:avLst/>
          </a:prstGeom>
        </p:spPr>
      </p:pic>
      <p:pic>
        <p:nvPicPr>
          <p:cNvPr id="11" name="Image 4" descr="/Users/dong9733/Documents/GitHub/forest-mate/assets/app_m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654" y="4224528"/>
            <a:ext cx="928136" cy="20116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949440" y="5989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</a:t>
            </a:r>
            <a:pPr algn="r" indent="0" marL="0">
              <a:buNone/>
            </a:pPr>
            <a:r>
              <a:rPr lang="en-US" sz="1300" dirty="0">
                <a:solidFill>
                  <a:srgbClr val="74C6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숲길동무 ForestMate — 참가자 이동현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숲길동무 — 2026 산림 공공데이터·AI 활용 창업경진대회</dc:title>
  <dc:subject>PptxGenJS Presentation</dc:subject>
  <dc:creator>ForestMate Team</dc:creator>
  <cp:lastModifiedBy>ForestMate Team</cp:lastModifiedBy>
  <cp:revision>1</cp:revision>
  <dcterms:created xsi:type="dcterms:W3CDTF">2026-06-19T09:08:34Z</dcterms:created>
  <dcterms:modified xsi:type="dcterms:W3CDTF">2026-06-19T09:08:34Z</dcterms:modified>
</cp:coreProperties>
</file>